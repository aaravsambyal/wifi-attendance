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6A5CB5-A6D1-46D1-927C-B9D5FE5687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99D072-01A0-4690-9728-165BAE5CDB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A6CBBD-E4BD-404A-B9F1-8421317BE4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B67A71-6109-445E-B4F4-5CCA3E92D9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91B224-2B45-4E20-9D86-54A3A448AB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00EAC3-EB3B-4027-9848-643600F9F9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942A67-8346-47DA-B6C2-3CA819CBAD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8D5611-A77B-456A-A0D1-C7728A35B4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1F9ED0-7977-41E6-98F1-2E2C818B38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11C669-0E8A-4F9D-82A0-42493B0B81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CA714C-9157-4D43-83A7-2CC34BC3F2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828800"/>
            <a:ext cx="1036260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Industrial Training Report Presentation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Wi-Fi Based Automated Attendance System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Akshat Jasrotia |22BECCS04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Department of Computer Science &amp; Engineering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Central University of Jammu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May 2026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Agenda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Project Overview &amp; Objectives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Problem Statement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System Architecture &amp; Design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Key Features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Technology Stack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Implementation Highlights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Test Results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Conclusion &amp; Future Scope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Project Overview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Type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Internet-based Web Application (System Development)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Purpose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Automated attendance marking via WiFi network verification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Category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Full-stack web application with real-time features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Objectives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Develop WiFi-based attendance verification system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Provide QR code fallback for joining meetings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Implement live polling for interactive sessions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Generate downloadable PDF attendance reports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Problem Statement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31520" y="1828800"/>
            <a:ext cx="10728360" cy="21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Traditional attendance systems suffer from: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  <a:ea typeface="Noto Sans CJK SC"/>
              </a:rPr>
              <a:t>	</a:t>
            </a: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Manual processes - time consuming and error-prone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	</a:t>
            </a: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Biometric systems - expensive hardware requirements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	</a:t>
            </a: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Proxy attendance - easy to falsify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	</a:t>
            </a: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Lack of real-time tracking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System Architecture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Client-Server Architecture (Express.js)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EJS Templates for server-side rendering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JWT Authentication with httpOnly cookies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File-based JSON storage (Mongoose Mock)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REST API endpoints for real-time data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5-second AJAX polling for live updates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Key Features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WiFi Verification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Attendance only when on same network as host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QR Code Fallback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Scan to join - alternative access method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Live Polling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Real-time polls with live vote counting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PDF Reports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One-click attendance report download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Docker Support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Fully containerized deployment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Technology Stack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Frontend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EJS, Bootstrap 5, Material Icons, jsPDF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Backend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Node.js, Express.js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Authentication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JWT, bcryptjs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Data Storage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JSON files (Mongoose Mock)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Other Tools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  QRCode library, Docker, Docker Compose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731520" y="27432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Database Design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2"/>
          <p:cNvGraphicFramePr/>
          <p:nvPr/>
        </p:nvGraphicFramePr>
        <p:xfrm>
          <a:off x="731520" y="1371600"/>
          <a:ext cx="10728360" cy="4114800"/>
        </p:xfrm>
        <a:graphic>
          <a:graphicData uri="http://schemas.openxmlformats.org/drawingml/2006/table">
            <a:tbl>
              <a:tblPr/>
              <a:tblGrid>
                <a:gridCol w="5364000"/>
                <a:gridCol w="5364000"/>
              </a:tblGrid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Entity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Key Fields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User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username, password(hashed), role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Meeting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title, hostId, hostIp, active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Attendance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userId, meetingId, method, ipAddress, log[]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Poll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meetingId, question, options[], votedUsers[]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Core Algorithm: Network Verification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731520" y="1828800"/>
            <a:ext cx="10728360" cy="26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60000" algn="just">
              <a:lnSpc>
                <a:spcPct val="150000"/>
              </a:lnSpc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function isSameNetwork(ipA, ipB):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marL="360000" algn="just">
              <a:lnSpc>
                <a:spcPct val="150000"/>
              </a:lnSpc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  if ipA == ipB: return true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marL="360000" algn="just">
              <a:lnSpc>
                <a:spcPct val="150000"/>
              </a:lnSpc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  if both are private (192.168.x, 10.x, 172.x): return true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marL="360000" algn="just">
              <a:lnSpc>
                <a:spcPct val="150000"/>
              </a:lnSpc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  partsA = ipA.split('.'), partsB = ipB.split('.')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marL="360000" algn="just">
              <a:lnSpc>
                <a:spcPct val="150000"/>
              </a:lnSpc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  return partsA[0]==partsB[0] AND partsA[1]==partsB[1] AND partsA[2]==partsB[2]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731520" y="27432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Test Results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Table 2"/>
          <p:cNvGraphicFramePr/>
          <p:nvPr/>
        </p:nvGraphicFramePr>
        <p:xfrm>
          <a:off x="731520" y="1371600"/>
          <a:ext cx="10728360" cy="4114440"/>
        </p:xfrm>
        <a:graphic>
          <a:graphicData uri="http://schemas.openxmlformats.org/drawingml/2006/table">
            <a:tbl>
              <a:tblPr/>
              <a:tblGrid>
                <a:gridCol w="2682000"/>
                <a:gridCol w="2682000"/>
                <a:gridCol w="2682000"/>
                <a:gridCol w="2682000"/>
              </a:tblGrid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Case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Input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Expected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Result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User Registration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New user signup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Account created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User Login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Valid credentials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JWT issued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Create Meeting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Meeting title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Room created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Join Same WiFi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Same network IP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Attendance marked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Join Different WiFi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Different network IP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Access denied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QR Generation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View QR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QR image shown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Create Poll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Question + options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Poll created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Cast Vote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Select option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Vote counted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End Meeting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Host ends meeting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Attendance closed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74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PDF Report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Download report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PDF generated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Conclusion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Successfully developed WiFi-based automated attendance system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All objectives achieved: WiFi verification, QR fallback, live polling, PDF reports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Zero hardware cost - uses existing WiFi infrastructure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Prevents proxy attendance through network proximity verification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Modern UI with real-time updates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731520" y="457200"/>
            <a:ext cx="1072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78A9FF"/>
                </a:solidFill>
                <a:effectLst/>
                <a:uFillTx/>
                <a:latin typeface="Calibri"/>
              </a:rPr>
              <a:t>Future Scope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1828800"/>
            <a:ext cx="107283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Real MongoDB integration for scalability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Mobile apps (Android/iOS)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Face recognition as additional verification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Cloud deployment with WebSockets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LMS integration for automatic grade updates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DDDDDD"/>
                </a:solidFill>
                <a:effectLst/>
                <a:uFillTx/>
                <a:latin typeface="Calibri"/>
              </a:rPr>
              <a:t>• Advanced analytics dashboard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914400" y="1828800"/>
            <a:ext cx="103626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Presented by: Akshat Jasrotia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Roll No: 22BECCS04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Department of Computer Science &amp; Engineering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Central University of Jammu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Questions are welcome!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LibreOffice/26.2.3.2$Linux_X86_64 LibreOffice_project/7d74455cffae7a589951233f185ae0303c082020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2026-05-24T15:37:00Z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